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57" r:id="rId3"/>
    <p:sldId id="426" r:id="rId4"/>
    <p:sldId id="338" r:id="rId5"/>
    <p:sldId id="482" r:id="rId6"/>
    <p:sldId id="483" r:id="rId7"/>
    <p:sldId id="484" r:id="rId8"/>
    <p:sldId id="425" r:id="rId9"/>
    <p:sldId id="456" r:id="rId10"/>
    <p:sldId id="485" r:id="rId11"/>
    <p:sldId id="31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C4F4"/>
    <a:srgbClr val="FF7474"/>
    <a:srgbClr val="7030A0"/>
    <a:srgbClr val="556F43"/>
    <a:srgbClr val="FFC000"/>
    <a:srgbClr val="8DB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0465" autoAdjust="0"/>
  </p:normalViewPr>
  <p:slideViewPr>
    <p:cSldViewPr snapToGrid="0">
      <p:cViewPr varScale="1">
        <p:scale>
          <a:sx n="102" d="100"/>
          <a:sy n="102" d="100"/>
        </p:scale>
        <p:origin x="6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67A74-FEEF-45B0-ABD3-14EA22804807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A7E3A-ADC7-4226-B3BF-DCB7408A14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8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77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107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EFE08-AEF4-52E1-5830-74CC2ECE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330976-43FA-C0D0-7188-42A1F56EF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6C532BE-5CF8-0861-6A75-B654393D0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C8364F-38AA-6A87-1FF8-2BF1926D9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586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2019-D100-EA24-D1E9-36500EE6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69BC087-0A0C-E9FA-A160-69BEF39A1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8037FF-EB33-A0FE-C69E-41EAF9687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AD063C-0496-2498-0A46-B865F28B2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24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825B-664A-E465-11CD-56682D4C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F8DF9A-6DE5-E737-6029-800C7D0A4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010A16-2F01-95AD-E691-799807842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4AC6C-F68E-E25A-D30B-21ACF6123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893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1FA0-2A70-BBAB-3BD7-6AB72BA4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53BC02-AB7A-6A5A-B2AF-D17C1CA1A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D087282-F8DB-9219-0D13-EF4E55994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33039E-C440-3A8A-80CE-EF8FA4445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93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E8F7-2102-C908-3854-BA05CC8C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7A2FBB-CE50-3D24-153C-A35E49A0F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A66162C-DB93-950F-378C-E2F60930F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37D215-3EC6-C772-255E-4E8D86A0E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154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0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9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4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16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78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3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38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76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05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77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C4E9E-3BE5-4665-BAE6-72CA507E8656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59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037230" y="1784804"/>
            <a:ext cx="9379389" cy="34522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«Методы анализа данных»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Лекция 4. Инструменты и методы анализа сетевого трафика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52052" y="5484010"/>
            <a:ext cx="787619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Домуховский Николай Анатольевич</a:t>
            </a:r>
          </a:p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Заместитель директора по проектной работе, УНЦ ИБ ИРИТ-РТФ УрФУ</a:t>
            </a:r>
            <a:b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N.A.Domukhovsky@urfu.ru, telegram: @Nick1982ad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04525-F42B-0A4F-A843-6E85C99DDA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1037230" y="467642"/>
            <a:ext cx="2016631" cy="1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Напомню принципы работы на курсе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8E330A-A21C-4139-889E-E71E5BC27371}"/>
              </a:ext>
            </a:extLst>
          </p:cNvPr>
          <p:cNvSpPr/>
          <p:nvPr/>
        </p:nvSpPr>
        <p:spPr>
          <a:xfrm>
            <a:off x="2303178" y="2526991"/>
            <a:ext cx="27313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ИНИЦИАТИВНОСТЬ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ЛЮБОПЫТСТВО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A8F2BC51-42E3-FD97-A85C-3A82120DFBB6}"/>
              </a:ext>
            </a:extLst>
          </p:cNvPr>
          <p:cNvSpPr/>
          <p:nvPr/>
        </p:nvSpPr>
        <p:spPr>
          <a:xfrm>
            <a:off x="8249271" y="2526991"/>
            <a:ext cx="2468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БЕЗОПАСНАЯ СРЕДА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Прямоугольник 4">
            <a:extLst>
              <a:ext uri="{FF2B5EF4-FFF2-40B4-BE49-F238E27FC236}">
                <a16:creationId xmlns:a16="http://schemas.microsoft.com/office/drawing/2014/main" id="{28D72102-BE75-B3FB-A425-0D0A658E521B}"/>
              </a:ext>
            </a:extLst>
          </p:cNvPr>
          <p:cNvSpPr/>
          <p:nvPr/>
        </p:nvSpPr>
        <p:spPr>
          <a:xfrm>
            <a:off x="8215575" y="3817675"/>
            <a:ext cx="25362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ОТВЕТСТВЕННОСТЬ</a:t>
            </a:r>
          </a:p>
        </p:txBody>
      </p:sp>
      <p:pic>
        <p:nvPicPr>
          <p:cNvPr id="8" name="Рисунок 5">
            <a:extLst>
              <a:ext uri="{FF2B5EF4-FFF2-40B4-BE49-F238E27FC236}">
                <a16:creationId xmlns:a16="http://schemas.microsoft.com/office/drawing/2014/main" id="{62CFCEAE-2271-C5CA-854A-210CA3005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422" y="2322017"/>
            <a:ext cx="1001265" cy="1001265"/>
          </a:xfrm>
          <a:prstGeom prst="rect">
            <a:avLst/>
          </a:prstGeom>
        </p:spPr>
      </p:pic>
      <p:pic>
        <p:nvPicPr>
          <p:cNvPr id="11" name="Рисунок 6">
            <a:extLst>
              <a:ext uri="{FF2B5EF4-FFF2-40B4-BE49-F238E27FC236}">
                <a16:creationId xmlns:a16="http://schemas.microsoft.com/office/drawing/2014/main" id="{3B2D323A-1547-5B2E-A8DA-7A522BC06D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91" y="3366644"/>
            <a:ext cx="1021487" cy="1023937"/>
          </a:xfrm>
          <a:prstGeom prst="rect">
            <a:avLst/>
          </a:prstGeom>
        </p:spPr>
      </p:pic>
      <p:pic>
        <p:nvPicPr>
          <p:cNvPr id="12" name="Рисунок 7">
            <a:extLst>
              <a:ext uri="{FF2B5EF4-FFF2-40B4-BE49-F238E27FC236}">
                <a16:creationId xmlns:a16="http://schemas.microsoft.com/office/drawing/2014/main" id="{980E08DA-B2CE-175E-A853-FBF181BA0B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07" y="2364256"/>
            <a:ext cx="916788" cy="916788"/>
          </a:xfrm>
          <a:prstGeom prst="rect">
            <a:avLst/>
          </a:prstGeom>
        </p:spPr>
      </p:pic>
      <p:pic>
        <p:nvPicPr>
          <p:cNvPr id="13" name="Рисунок 8">
            <a:extLst>
              <a:ext uri="{FF2B5EF4-FFF2-40B4-BE49-F238E27FC236}">
                <a16:creationId xmlns:a16="http://schemas.microsoft.com/office/drawing/2014/main" id="{0AE441DB-6B7C-7E01-CAF0-FF567F1055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46" y="3470156"/>
            <a:ext cx="915216" cy="9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1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A4E5-4B0A-5724-8F62-00F07516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562FD5-ED39-7B77-5106-D6119EE4C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A853B87-440E-689C-967F-A2976E0A5E41}"/>
              </a:ext>
            </a:extLst>
          </p:cNvPr>
          <p:cNvSpPr txBox="1">
            <a:spLocks/>
          </p:cNvSpPr>
          <p:nvPr/>
        </p:nvSpPr>
        <p:spPr>
          <a:xfrm>
            <a:off x="2640093" y="2359598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дампов трафика с помощью ПО 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Wireshark</a:t>
            </a:r>
            <a:endParaRPr lang="ru-RU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44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Анализ информации прикладного уровня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AF3DE2-6F0D-0E99-A2CD-5C4B48EB3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475" y="1090612"/>
            <a:ext cx="76390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2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CE5D6-1418-E66E-62AD-4C0A9191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9B3725F-FEE0-3A22-BD50-F01FEA40F44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A0E92A5-BCB0-058B-97BD-6738462EFE69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Анализ иерархии протоколов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F60F12-5B31-375B-2BB5-E6F83DA1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84C827B-304B-C6D4-E88B-DD909D090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3F96F7-3699-6096-E8EA-715A5B8DC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20" y="1963132"/>
            <a:ext cx="104679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7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7E1F-F676-3FC3-C3A6-C2B5A7C2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682C23-57A2-6A3B-3F44-A0BFCA0B564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81782D2-9C99-B721-1EEA-EA06DD140575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Просмотр диалогов (</a:t>
            </a:r>
            <a:r>
              <a:rPr lang="en-US" sz="2800" b="1" dirty="0">
                <a:solidFill>
                  <a:srgbClr val="FF0000"/>
                </a:solidFill>
              </a:rPr>
              <a:t>l3)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39E806-D3B1-4E95-37F9-4A2F0209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96FCE7C-CC8E-FDBF-392B-F7EF69971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75013B-6968-1182-6B54-E1A56D4DE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22" y="1258411"/>
            <a:ext cx="11598755" cy="478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6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13B0-5FAE-7B70-E4B2-CA9D607B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E8FE19A-6DB5-2E3E-C50C-0FBA3D48AFB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2576CE2-60B2-1D75-8DBC-2E30B7AABBC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Вывод сбойного диалога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3557C9-663C-F749-C779-02298250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7A6C3B7F-F7BF-4193-E1C0-37A680DAF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55C05B-7B02-3177-60BD-92E863A41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26" y="1576645"/>
            <a:ext cx="11790947" cy="362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3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E216-E1CB-7749-6EDA-36E83136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F7FCBF-9CC2-B9F2-8934-E1A5457D6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266EB7A-C2AE-0753-3F7E-EEE9B0C6B515}"/>
              </a:ext>
            </a:extLst>
          </p:cNvPr>
          <p:cNvSpPr txBox="1">
            <a:spLocks/>
          </p:cNvSpPr>
          <p:nvPr/>
        </p:nvSpPr>
        <p:spPr>
          <a:xfrm>
            <a:off x="2640093" y="2359598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дампов трафика с помощью библиотеки </a:t>
            </a:r>
            <a:r>
              <a:rPr lang="en-US" sz="5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scapy</a:t>
            </a:r>
            <a:endParaRPr lang="ru-RU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2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C300-0BFE-9599-5177-597BCA12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21641F-15DF-04E0-F287-9896A84F5ED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F0A50EE-EE92-79FA-C0C3-9145BAC3735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rgbClr val="FF0000"/>
                </a:solidFill>
              </a:rPr>
              <a:t>Scapy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990094-8B5C-7BA4-4FB3-526CCBA8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24C3480-4159-9D85-4C98-42820A758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13A63F-3F8D-DE96-9B5F-BE78390DA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574" y="1046181"/>
            <a:ext cx="9759417" cy="57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8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7996-CB48-9F81-19D0-F7F864B2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770451-BFF6-1BE7-987A-974E13E3B5E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EA0045A-3E11-65B1-39BF-9F66CD5D815F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rgbClr val="FF0000"/>
                </a:solidFill>
              </a:rPr>
              <a:t>SiLK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3BE6C3-C2D1-77CA-5611-0DC0B596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59A4A8A-E9A3-0518-ADBE-EF93E37DC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26" name="Picture 2" descr="NetSA Suite Overview">
            <a:extLst>
              <a:ext uri="{FF2B5EF4-FFF2-40B4-BE49-F238E27FC236}">
                <a16:creationId xmlns:a16="http://schemas.microsoft.com/office/drawing/2014/main" id="{9AC2BBA0-AB45-7E31-7F7D-B54A60392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159" y="121285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14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603100" y="1878519"/>
            <a:ext cx="5924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400" b="1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pic>
        <p:nvPicPr>
          <p:cNvPr id="7" name="Объект 1">
            <a:extLst>
              <a:ext uri="{FF2B5EF4-FFF2-40B4-BE49-F238E27FC236}">
                <a16:creationId xmlns:a16="http://schemas.microsoft.com/office/drawing/2014/main" id="{3D7E922A-E574-C847-BA5B-E66D8477CB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81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11463</TotalTime>
  <Words>101</Words>
  <Application>Microsoft Office PowerPoint</Application>
  <PresentationFormat>Widescreen</PresentationFormat>
  <Paragraphs>35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Tahoma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 Михайлович Грязнов</dc:creator>
  <cp:lastModifiedBy>Николай Домуховский</cp:lastModifiedBy>
  <cp:revision>284</cp:revision>
  <dcterms:created xsi:type="dcterms:W3CDTF">2020-07-22T09:29:31Z</dcterms:created>
  <dcterms:modified xsi:type="dcterms:W3CDTF">2026-03-17T22:23:21Z</dcterms:modified>
</cp:coreProperties>
</file>